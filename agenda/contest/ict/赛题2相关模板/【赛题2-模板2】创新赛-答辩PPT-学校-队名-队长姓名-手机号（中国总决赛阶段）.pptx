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6"/>
  </p:notesMasterIdLst>
  <p:handoutMasterIdLst>
    <p:handoutMasterId r:id="rId7"/>
  </p:handoutMasterIdLst>
  <p:sldIdLst>
    <p:sldId id="283" r:id="rId2"/>
    <p:sldId id="308" r:id="rId3"/>
    <p:sldId id="307" r:id="rId4"/>
    <p:sldId id="280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08"/>
          </p14:sldIdLst>
        </p14:section>
        <p14:section name="章节" id="{8B329A26-90A3-4BA4-87BF-D0343B7D7105}">
          <p14:sldIdLst>
            <p14:sldId id="30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115" d="100"/>
          <a:sy n="115" d="100"/>
        </p:scale>
        <p:origin x="60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1CBCB7-0E77-4181-9834-8F18F17C6E63}"/>
              </a:ext>
            </a:extLst>
          </p:cNvPr>
          <p:cNvSpPr txBox="1"/>
          <p:nvPr/>
        </p:nvSpPr>
        <p:spPr>
          <a:xfrm>
            <a:off x="372693" y="697216"/>
            <a:ext cx="113405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153"/>
              </a:spcBef>
            </a:pP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第十届华为</a:t>
            </a:r>
            <a:r>
              <a:rPr lang="en-US" altLang="zh-CN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ICT</a:t>
            </a: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大赛创新赛</a:t>
            </a:r>
            <a:endParaRPr lang="en-US" altLang="zh-CN" sz="36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1153"/>
              </a:spcBef>
            </a:pP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赛题</a:t>
            </a:r>
            <a:r>
              <a:rPr lang="en-US" altLang="zh-CN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</a:t>
            </a:r>
            <a:r>
              <a:rPr lang="en-US" altLang="zh-CN" sz="2800" spc="-150" dirty="0" err="1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ModelEngine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的专业病理知识问答智能体开发</a:t>
            </a:r>
            <a:endParaRPr lang="en-US" altLang="zh-CN" sz="2800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1153"/>
              </a:spcBef>
            </a:pP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“学校</a:t>
            </a:r>
            <a:r>
              <a:rPr lang="en-US" altLang="zh-CN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队名”</a:t>
            </a:r>
            <a:endParaRPr lang="en-US" altLang="zh-CN" sz="28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186</TotalTime>
  <Words>29</Words>
  <Application>Microsoft Office PowerPoint</Application>
  <PresentationFormat>自定义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Microsoft YaHei</vt:lpstr>
      <vt:lpstr>Microsoft YaHei</vt:lpstr>
      <vt:lpstr>Arial</vt:lpstr>
      <vt:lpstr>Arial Black</vt:lpstr>
      <vt:lpstr>Calibri</vt:lpstr>
      <vt:lpstr>封面页_图片版 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Niuhuan(Naomi)</cp:lastModifiedBy>
  <cp:revision>25</cp:revision>
  <dcterms:created xsi:type="dcterms:W3CDTF">2020-08-28T08:44:19Z</dcterms:created>
  <dcterms:modified xsi:type="dcterms:W3CDTF">2025-09-10T08:00:13Z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